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 de leitura que acompanha os entregáveis do Desafio 3. Oito slides: problema, arquitetura, confiança, resultados, entrega offline, custo,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detecção já estava feita. O gargalo é topológico: 35 mil traços que não se tocam não levam ninguém a lugar nenhum. Escopo: construímos a camada que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trabalho pesado é preparação, uma vez por município. O que roda em campo é um grafo estático de 29 MB e um Dijkstra em 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Confiança é atributo da aresta, não rótulo no fim. O tier entra no custo do Dijkstra e viaja dentro do binário. As travessias de risco são removidas, não penalizadas.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de 16 é o alcance; 1 de 16 é o que tem confirmação independente. A distância entre os dois é o resultado mais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entrega offline é o que fecha o desafio: binário de 29 MB, roteador sem dependências, paridade exata com o Python e demo em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 marginal por rota zero, sem GPU e sem inferência. Quatro comandos e versões pinadas. O mapa de arquivos diz onde conferir cada afirmação.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 o que não foi feito é requisito do enunciado. Fechar no número honesto: 1 das 11 rotas tem confirmação independente.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2026-09-13T17:11:22Z</dcterms:created>
  <dcterms:modified xsi:type="dcterms:W3CDTF">2026-09-13T17:11:22Z</dcterms:modified>
</cp:coreProperties>
</file>